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My friends and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Hi, Mi. Can you swim?</a:t>
            </a:r>
          </a:p>
          <a:p>
            <a:r>
              <a:rPr sz="1400" b="0"/>
              <a:t>Yes, I can. Can you swim?</a:t>
            </a:r>
          </a:p>
          <a:p>
            <a:r>
              <a:rPr sz="1400" b="0"/>
              <a:t>No, I can't. But I can ride a bike.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I can ___.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55336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355336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355336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355336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379464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swim                  ride                     climb                  cook</a:t>
            </a:r>
          </a:p>
          <a:p>
            <a:r>
              <a:rPr sz="1400" b="0"/>
              <a:t>Can you ___? Yes, I can. / No, I can't.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Can you swim? Can you cook?</a:t>
            </a:r>
          </a:p>
          <a:p>
            <a:r>
              <a:rPr sz="1400" b="0"/>
              <a:t>Yes, I can. / No, I can't.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My friends and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tick.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807208"/>
            <a:ext cx="6281927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Khoa can swim.   b. Khoa can ride a bike.   c. Khoa can climb.</a:t>
            </a:r>
          </a:p>
          <a:p>
            <a:r>
              <a:rPr sz="1400" b="1"/>
              <a:t>5. Look, complete and read.</a:t>
            </a:r>
          </a:p>
          <a:p>
            <a:r>
              <a:rPr sz="1400" b="0"/>
              <a:t>Mi can _____.</a:t>
            </a:r>
          </a:p>
          <a:p>
            <a:r>
              <a:rPr sz="1400" b="0"/>
              <a:t>Khoa can _____ a bike.</a:t>
            </a:r>
          </a:p>
          <a:p>
            <a:r>
              <a:rPr sz="1400" b="0"/>
              <a:t>Can you climb? Yes, I _____.</a:t>
            </a:r>
          </a:p>
          <a:p>
            <a:r>
              <a:rPr sz="1400" b="1"/>
              <a:t>6. Let's sing.</a:t>
            </a:r>
          </a:p>
          <a:p>
            <a:r>
              <a:rPr sz="1400" b="0"/>
              <a:t>I can swim, swim, swim.</a:t>
            </a:r>
          </a:p>
          <a:p>
            <a:r>
              <a:rPr sz="1400" b="0"/>
              <a:t>I can climb, climb, climb.</a:t>
            </a:r>
          </a:p>
          <a:p>
            <a:r>
              <a:rPr sz="1400" b="0"/>
              <a:t>Can you swim? Can you climb?</a:t>
            </a:r>
          </a:p>
          <a:p>
            <a:r>
              <a:rPr sz="1400" b="0"/>
              <a:t>Yes, I can! Yes, I can!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My friends and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This is my friend Vy. She is kind.</a:t>
            </a:r>
          </a:p>
          <a:p>
            <a:r>
              <a:rPr sz="1400" b="0"/>
              <a:t>Hello! I like drawing. Do you like drawing?</a:t>
            </a:r>
          </a:p>
          <a:p>
            <a:r>
              <a:rPr sz="1400" b="0"/>
              <a:t>No, I like singing.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She likes ___.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55336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355336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355336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355336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379464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drawing              singing               reading              swimming</a:t>
            </a:r>
          </a:p>
          <a:p>
            <a:r>
              <a:rPr sz="1400" b="0"/>
              <a:t>I like ___. He likes ___.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What do you like doing?</a:t>
            </a:r>
          </a:p>
          <a:p>
            <a:r>
              <a:rPr sz="1400" b="0"/>
              <a:t>I like ___. My friend likes ___.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My friends and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number.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807208"/>
            <a:ext cx="6281927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Vy likes drawing.   b. Tien likes singing.   c. Duc likes swimming.</a:t>
            </a:r>
          </a:p>
          <a:p>
            <a:r>
              <a:rPr sz="1400" b="1"/>
              <a:t>5. Look, complete and read.</a:t>
            </a:r>
          </a:p>
          <a:p>
            <a:r>
              <a:rPr sz="1400" b="0"/>
              <a:t>Vy is kind. She likes _____.</a:t>
            </a:r>
          </a:p>
          <a:p>
            <a:r>
              <a:rPr sz="1400" b="0"/>
              <a:t>Tien is funny. He likes _____.</a:t>
            </a:r>
          </a:p>
          <a:p>
            <a:r>
              <a:rPr sz="1400" b="0"/>
              <a:t>I like _____.</a:t>
            </a:r>
          </a:p>
          <a:p>
            <a:r>
              <a:rPr sz="1400" b="1"/>
              <a:t>6. Let's play.</a:t>
            </a:r>
          </a:p>
          <a:p>
            <a:r>
              <a:rPr sz="1400" b="0"/>
              <a:t>Pick a friend. Do not say the name.</a:t>
            </a:r>
          </a:p>
          <a:p>
            <a:r>
              <a:rPr sz="1400" b="0"/>
              <a:t>She is tall. She likes singing.</a:t>
            </a:r>
          </a:p>
          <a:p>
            <a:r>
              <a:rPr sz="1400" b="0"/>
              <a:t>Your team guesses: Is it Vy?</a:t>
            </a:r>
          </a:p>
          <a:p>
            <a:r>
              <a:rPr sz="1400" b="0"/>
              <a:t>Yes, it is. / No, it isn't.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My friends and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191256"/>
            <a:ext cx="6281927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c   /k/</a:t>
            </a:r>
          </a:p>
          <a:p>
            <a:r>
              <a:rPr sz="1400" b="0"/>
              <a:t>can   cook   cat</a:t>
            </a:r>
          </a:p>
          <a:p>
            <a:r>
              <a:rPr sz="1400" b="1"/>
              <a:t>2. Listen and circle.</a:t>
            </a:r>
          </a:p>
          <a:p>
            <a:r>
              <a:rPr sz="1400" b="0"/>
              <a:t>a. can / cat   b. cook / book   c. sing / sit</a:t>
            </a:r>
          </a:p>
          <a:p>
            <a:r>
              <a:rPr sz="1400" b="1"/>
              <a:t>3. Let's chant.</a:t>
            </a:r>
          </a:p>
          <a:p>
            <a:r>
              <a:rPr sz="1400" b="0"/>
              <a:t>Can, can, I can!</a:t>
            </a:r>
          </a:p>
          <a:p>
            <a:r>
              <a:rPr sz="1400" b="0"/>
              <a:t>I can cook and I can climb.</a:t>
            </a:r>
          </a:p>
          <a:p>
            <a:r>
              <a:rPr sz="1400" b="0"/>
              <a:t>Can, can, you can!</a:t>
            </a:r>
          </a:p>
          <a:p>
            <a:r>
              <a:rPr sz="1400" b="0"/>
              <a:t>You can swim and you can 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My friends and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Read and match.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807208"/>
            <a:ext cx="6281927" cy="2340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Can you swim?                                              She likes drawing.</a:t>
            </a:r>
          </a:p>
          <a:p>
            <a:r>
              <a:rPr sz="1400" b="0"/>
              <a:t>b. What does Vy like doing?                              No, he isn't.</a:t>
            </a:r>
          </a:p>
          <a:p>
            <a:r>
              <a:rPr sz="1400" b="0"/>
              <a:t>c. Is Khoa tall?                                                   Yes, I can.</a:t>
            </a:r>
          </a:p>
          <a:p>
            <a:r>
              <a:rPr sz="1400" b="1"/>
              <a:t>5. Let's write.</a:t>
            </a:r>
          </a:p>
          <a:p>
            <a:r>
              <a:rPr sz="1400" b="0"/>
              <a:t>I can _____ and _____.</a:t>
            </a:r>
          </a:p>
          <a:p>
            <a:r>
              <a:rPr sz="1400" b="0"/>
              <a:t>I like _____.</a:t>
            </a:r>
          </a:p>
          <a:p>
            <a:r>
              <a:rPr sz="1400" b="1"/>
              <a:t>6. Project.</a:t>
            </a:r>
          </a:p>
          <a:p>
            <a:r>
              <a:rPr sz="1400" b="0"/>
              <a:t>Draw your friend and write two sentences with can and likes.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 My friends and me (classdeck-sample)</dc:title>
  <dc:subject>Grade 4 English, classdeck-sample</dc:subject>
  <dc:creator>ClassDeck public fixtures</dc:creator>
  <cp:keywords/>
  <dc:description>generated using python-pptx</dc:description>
  <cp:lastModifiedBy>ClassDeck public fixtures</cp:lastModifiedBy>
  <cp:revision>1</cp:revision>
  <dcterms:created xsi:type="dcterms:W3CDTF">2026-01-01T00:00:00Z</dcterms:created>
  <dcterms:modified xsi:type="dcterms:W3CDTF">2026-01-01T00:00:00Z</dcterms:modified>
  <cp:category/>
</cp:coreProperties>
</file>
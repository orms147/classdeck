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4  Our bodies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Vy: Hello. This is my doll.</a:t>
            </a:r>
          </a:p>
          <a:p>
            <a:r>
              <a:rPr sz="1400" b="0"/>
              <a:t>An: Hi! This is her face.</a:t>
            </a:r>
          </a:p>
          <a:p>
            <a:r>
              <a:rPr sz="1400" b="0"/>
              <a:t>Vy: This is her nose. This is her mouth.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This is my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355336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379464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eye                     ear                     nose                  mouth</a:t>
            </a:r>
          </a:p>
          <a:p>
            <a:r>
              <a:rPr sz="1400" b="0"/>
              <a:t>This is my nose.</a:t>
            </a:r>
          </a:p>
          <a:p>
            <a:r>
              <a:rPr sz="1400" b="0"/>
              <a:t>This is my mouth.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Point to your face.</a:t>
            </a:r>
          </a:p>
          <a:p>
            <a:r>
              <a:rPr sz="1400" b="0"/>
              <a:t>Say: This is my nose.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4  Our bodies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This is my nose.   b. This is my ear.   c. This is my mouth.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This is my _____.</a:t>
            </a:r>
          </a:p>
          <a:p>
            <a:r>
              <a:rPr sz="1400" b="0"/>
              <a:t>This is my _____.</a:t>
            </a:r>
          </a:p>
          <a:p>
            <a:r>
              <a:rPr sz="1400" b="0"/>
              <a:t>I have two _____.</a:t>
            </a:r>
          </a:p>
          <a:p>
            <a:r>
              <a:rPr sz="1400" b="1"/>
              <a:t>6. Let's sing.</a:t>
            </a:r>
          </a:p>
          <a:p>
            <a:r>
              <a:rPr sz="1400" b="0"/>
              <a:t>Eyes, eyes, I have two eyes.</a:t>
            </a:r>
          </a:p>
          <a:p>
            <a:r>
              <a:rPr sz="1400" b="0"/>
              <a:t>Ears, ears, I have two ears.</a:t>
            </a:r>
          </a:p>
          <a:p>
            <a:r>
              <a:rPr sz="1400" b="0"/>
              <a:t>Nose, nose, I have one nose.</a:t>
            </a:r>
          </a:p>
          <a:p>
            <a:r>
              <a:rPr sz="1400" b="0"/>
              <a:t>Mouth, mouth, one mouth, hello!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4  Our bodies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Khoa: Touch your hand.</a:t>
            </a:r>
          </a:p>
          <a:p>
            <a:r>
              <a:rPr sz="1400" b="0"/>
              <a:t>Mi: OK. Touch your leg.</a:t>
            </a:r>
          </a:p>
          <a:p>
            <a:r>
              <a:rPr sz="1400" b="0"/>
              <a:t>Khoa: Good! I have two legs.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Touch your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355336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379464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hand                  arm                     leg                     ear</a:t>
            </a:r>
          </a:p>
          <a:p>
            <a:r>
              <a:rPr sz="1400" b="0"/>
              <a:t>Touch your hand.</a:t>
            </a:r>
          </a:p>
          <a:p>
            <a:r>
              <a:rPr sz="1400" b="0"/>
              <a:t>Touch your arm.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Tell your partner what to do.</a:t>
            </a:r>
          </a:p>
          <a:p>
            <a:r>
              <a:rPr sz="1400" b="0"/>
              <a:t>Say: Touch your ___.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4  Our bodies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number.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Touch your leg.   b. Touch your arm.   c. Touch your hand.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Touch your _____.</a:t>
            </a:r>
          </a:p>
          <a:p>
            <a:r>
              <a:rPr sz="1400" b="0"/>
              <a:t>I have two _____.</a:t>
            </a:r>
          </a:p>
          <a:p>
            <a:r>
              <a:rPr sz="1400" b="1"/>
              <a:t>6. Let's play.</a:t>
            </a:r>
          </a:p>
          <a:p>
            <a:r>
              <a:rPr sz="1400" b="0"/>
              <a:t>Stand up. Listen.</a:t>
            </a:r>
          </a:p>
          <a:p>
            <a:r>
              <a:rPr sz="1400" b="0"/>
              <a:t>Touch your hand. Touch your ear.</a:t>
            </a:r>
          </a:p>
          <a:p>
            <a:r>
              <a:rPr sz="1400" b="0"/>
              <a:t>Touch your arm. Touch your leg.</a:t>
            </a:r>
          </a:p>
          <a:p>
            <a:r>
              <a:rPr sz="1400" b="0"/>
              <a:t>Sit down. Good job!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4  Our bodies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9144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80" y="2139696"/>
            <a:ext cx="9144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280" y="213969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879" y="2139696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163824"/>
            <a:ext cx="628192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my                      mouth                milk                    mother</a:t>
            </a:r>
          </a:p>
          <a:p>
            <a:r>
              <a:rPr sz="1400" b="0"/>
              <a:t>m   /m/</a:t>
            </a:r>
          </a:p>
          <a:p>
            <a:r>
              <a:rPr sz="1400" b="0"/>
              <a:t>n   /n/   nose   nine   name   nice</a:t>
            </a:r>
          </a:p>
          <a:p>
            <a:r>
              <a:rPr sz="1400" b="1"/>
              <a:t>2. Listen and circle.</a:t>
            </a:r>
          </a:p>
          <a:p>
            <a:r>
              <a:rPr sz="1400" b="0"/>
              <a:t>a. mouth   b. mother   c. nose</a:t>
            </a:r>
          </a:p>
          <a:p>
            <a:r>
              <a:rPr sz="1400" b="1"/>
              <a:t>3. Let's chant.</a:t>
            </a:r>
          </a:p>
          <a:p>
            <a:r>
              <a:rPr sz="1400" b="0"/>
              <a:t>M, m, m, my mouth, my mouth.</a:t>
            </a:r>
          </a:p>
          <a:p>
            <a:r>
              <a:rPr sz="1400" b="0"/>
              <a:t>N, n, n, my nose, my nose.</a:t>
            </a:r>
          </a:p>
          <a:p>
            <a:r>
              <a:rPr sz="1400" b="0"/>
              <a:t>Eyes, ears, hands and legs,</a:t>
            </a:r>
          </a:p>
          <a:p>
            <a:r>
              <a:rPr sz="1400" b="0"/>
              <a:t>I have two, I have two!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4  Our bodies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Read and match.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34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How many ears?                                            I have one mouth.</a:t>
            </a:r>
          </a:p>
          <a:p>
            <a:r>
              <a:rPr sz="1400" b="0"/>
              <a:t>b. How many mouths?                                       I have two hands.</a:t>
            </a:r>
          </a:p>
          <a:p>
            <a:r>
              <a:rPr sz="1400" b="0"/>
              <a:t>c. How many hands?                                         I have two ears.</a:t>
            </a:r>
          </a:p>
          <a:p>
            <a:r>
              <a:rPr sz="1400" b="1"/>
              <a:t>5. Let's write.</a:t>
            </a:r>
          </a:p>
          <a:p>
            <a:r>
              <a:rPr sz="1400" b="0"/>
              <a:t>I have two _____.</a:t>
            </a:r>
          </a:p>
          <a:p>
            <a:r>
              <a:rPr sz="1400" b="0"/>
              <a:t>This is my _____.</a:t>
            </a:r>
          </a:p>
          <a:p>
            <a:r>
              <a:rPr sz="1400" b="1"/>
              <a:t>6. Project.</a:t>
            </a:r>
          </a:p>
          <a:p>
            <a:r>
              <a:rPr sz="1400" b="0"/>
              <a:t>Draw a robot. Say: I have two arms. I have two legs.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Our bodies (classdeck-sample)</dc:title>
  <dc:subject>Grade 3 English, classdeck-sample</dc:subject>
  <dc:creator>ClassDeck public fixtures</dc:creator>
  <cp:keywords/>
  <dc:description>generated using python-pptx</dc:description>
  <cp:lastModifiedBy>ClassDeck public fixtures</cp:lastModifiedBy>
  <cp:revision>1</cp:revision>
  <dcterms:created xsi:type="dcterms:W3CDTF">2026-01-01T00:00:00Z</dcterms:created>
  <dcterms:modified xsi:type="dcterms:W3CDTF">2026-01-01T00:00:00Z</dcterms:modified>
  <cp:category/>
</cp:coreProperties>
</file>
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7562088" cy="10689336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365760"/>
            <a:ext cx="6281927" cy="822960"/>
          </a:xfrm>
        </p:spPr>
        <p:txBody>
          <a:bodyPr/>
          <a:lstStyle/>
          <a:p>
            <a:r>
              <a:rPr sz="2800"/>
              <a:t>Unit 1  Hello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6281927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/>
              <a:t>Lesson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55648"/>
            <a:ext cx="6281927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/>
              <a:t>1. Look, listen and repeat.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139696"/>
            <a:ext cx="3048000" cy="1524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3800856"/>
            <a:ext cx="6281927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/>
              <a:t>Duc: Hello! I'm Duc.</a:t>
            </a:r>
          </a:p>
          <a:p>
            <a:r>
              <a:rPr sz="1400" b="0"/>
              <a:t>Lan: Hi, Duc. I'm Lan.</a:t>
            </a:r>
          </a:p>
          <a:p>
            <a:r>
              <a:rPr sz="1400" b="1"/>
              <a:t>2. Listen, point and say.</a:t>
            </a:r>
          </a:p>
          <a:p>
            <a:r>
              <a:rPr sz="1400" b="0"/>
              <a:t>Hello, I'm ___.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5062728"/>
            <a:ext cx="914400" cy="9144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57680" y="5062728"/>
            <a:ext cx="914400" cy="9144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75280" y="5062728"/>
            <a:ext cx="914400" cy="9144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92879" y="5062728"/>
            <a:ext cx="914400" cy="9144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0080" y="6086856"/>
            <a:ext cx="6281927" cy="1755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/>
              <a:t>Lan                    Duc                    Khoa                  Mi</a:t>
            </a:r>
          </a:p>
          <a:p>
            <a:r>
              <a:rPr sz="1400" b="0"/>
              <a:t>Hello, I'm Khoa.</a:t>
            </a:r>
          </a:p>
          <a:p>
            <a:r>
              <a:rPr sz="1400" b="0"/>
              <a:t>Hi, Khoa. I'm Mi.</a:t>
            </a:r>
          </a:p>
          <a:p>
            <a:r>
              <a:rPr sz="1400" b="1"/>
              <a:t>3. Let's talk.</a:t>
            </a:r>
          </a:p>
          <a:p>
            <a:r>
              <a:rPr sz="1400" b="0"/>
              <a:t>Say hello to your partner.</a:t>
            </a:r>
          </a:p>
          <a:p>
            <a:r>
              <a:rPr sz="1400" b="0"/>
              <a:t>Say your name.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365760"/>
            <a:ext cx="6281927" cy="822960"/>
          </a:xfrm>
        </p:spPr>
        <p:txBody>
          <a:bodyPr/>
          <a:lstStyle/>
          <a:p>
            <a:r>
              <a:rPr sz="2800"/>
              <a:t>Unit 1  Hello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6281927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/>
              <a:t>4. Listen and tick.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755648"/>
            <a:ext cx="3048000" cy="1524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3416808"/>
            <a:ext cx="6281927" cy="2633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/>
              <a:t>a. Hello, I'm Vy.   b. Hi, I'm Quang.   c. Hello, I'm An.</a:t>
            </a:r>
          </a:p>
          <a:p>
            <a:r>
              <a:rPr sz="1400" b="1"/>
              <a:t>5. Look, complete and read.</a:t>
            </a:r>
          </a:p>
          <a:p>
            <a:r>
              <a:rPr sz="1400" b="0"/>
              <a:t>Hello, I'm _____.</a:t>
            </a:r>
          </a:p>
          <a:p>
            <a:r>
              <a:rPr sz="1400" b="0"/>
              <a:t>Hi, _____. I'm Thu.</a:t>
            </a:r>
          </a:p>
          <a:p>
            <a:r>
              <a:rPr sz="1400" b="1"/>
              <a:t>6. Let's sing.</a:t>
            </a:r>
          </a:p>
          <a:p>
            <a:r>
              <a:rPr sz="1400" b="0"/>
              <a:t>Hello, hello, I'm Mi.</a:t>
            </a:r>
          </a:p>
          <a:p>
            <a:r>
              <a:rPr sz="1400" b="0"/>
              <a:t>Hi, hi, hi, I'm Vy.</a:t>
            </a:r>
          </a:p>
          <a:p>
            <a:r>
              <a:rPr sz="1400" b="0"/>
              <a:t>Hello, hello, hello to you!</a:t>
            </a:r>
          </a:p>
          <a:p>
            <a:r>
              <a:rPr sz="1400" b="0"/>
              <a:t>Hi, hi, hi, hello to you!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365760"/>
            <a:ext cx="6281927" cy="822960"/>
          </a:xfrm>
        </p:spPr>
        <p:txBody>
          <a:bodyPr/>
          <a:lstStyle/>
          <a:p>
            <a:r>
              <a:rPr sz="2800"/>
              <a:t>Unit 1  Hello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6281927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/>
              <a:t>Lesson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55648"/>
            <a:ext cx="6281927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/>
              <a:t>1. Look, listen and repeat.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139696"/>
            <a:ext cx="3048000" cy="1524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3800856"/>
            <a:ext cx="6281927" cy="1755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/>
              <a:t>Khoa: Hello, I'm Khoa.</a:t>
            </a:r>
          </a:p>
          <a:p>
            <a:r>
              <a:rPr sz="1400" b="0"/>
              <a:t>Mi: Hi, Khoa. I'm Mi.</a:t>
            </a:r>
          </a:p>
          <a:p>
            <a:r>
              <a:rPr sz="1400" b="0"/>
              <a:t>Khoa: Nice to meet you, Mi.</a:t>
            </a:r>
          </a:p>
          <a:p>
            <a:r>
              <a:rPr sz="1400" b="0"/>
              <a:t>Mi: Nice to meet you, Khoa.</a:t>
            </a:r>
          </a:p>
          <a:p>
            <a:r>
              <a:rPr sz="1400" b="1"/>
              <a:t>2. Listen, point and say.</a:t>
            </a:r>
          </a:p>
          <a:p>
            <a:r>
              <a:rPr sz="1400" b="0"/>
              <a:t>Nice to meet you.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5647944"/>
            <a:ext cx="914400" cy="9144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57680" y="5647944"/>
            <a:ext cx="914400" cy="9144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75280" y="5647944"/>
            <a:ext cx="914400" cy="9144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92879" y="5647944"/>
            <a:ext cx="914400" cy="9144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0080" y="6672072"/>
            <a:ext cx="6281927" cy="1755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/>
              <a:t>Quang                Thu                    An                      Vy</a:t>
            </a:r>
          </a:p>
          <a:p>
            <a:r>
              <a:rPr sz="1400" b="0"/>
              <a:t>Hello, I'm Quang.</a:t>
            </a:r>
          </a:p>
          <a:p>
            <a:r>
              <a:rPr sz="1400" b="0"/>
              <a:t>Nice to meet you, Thu.</a:t>
            </a:r>
          </a:p>
          <a:p>
            <a:r>
              <a:rPr sz="1400" b="1"/>
              <a:t>3. Let's talk.</a:t>
            </a:r>
          </a:p>
          <a:p>
            <a:r>
              <a:rPr sz="1400" b="0"/>
              <a:t>Say hello. Say your name.</a:t>
            </a:r>
          </a:p>
          <a:p>
            <a:r>
              <a:rPr sz="1400" b="0"/>
              <a:t>Say: Nice to meet you.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365760"/>
            <a:ext cx="6281927" cy="822960"/>
          </a:xfrm>
        </p:spPr>
        <p:txBody>
          <a:bodyPr/>
          <a:lstStyle/>
          <a:p>
            <a:r>
              <a:rPr sz="2800"/>
              <a:t>Unit 1  Hello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6281927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/>
              <a:t>4. Listen and number.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755648"/>
            <a:ext cx="3048000" cy="1524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3416808"/>
            <a:ext cx="6281927" cy="2633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/>
              <a:t>a. Hello, I'm Duc. Nice to meet you.   b. Hi, I'm Lan. Nice to meet you.</a:t>
            </a:r>
          </a:p>
          <a:p>
            <a:r>
              <a:rPr sz="1400" b="1"/>
              <a:t>5. Look, complete and read.</a:t>
            </a:r>
          </a:p>
          <a:p>
            <a:r>
              <a:rPr sz="1400" b="0"/>
              <a:t>Hello, I'm _____.</a:t>
            </a:r>
          </a:p>
          <a:p>
            <a:r>
              <a:rPr sz="1400" b="0"/>
              <a:t>Nice to meet you, _____.</a:t>
            </a:r>
          </a:p>
          <a:p>
            <a:r>
              <a:rPr sz="1400" b="1"/>
              <a:t>6. Let's play.</a:t>
            </a:r>
          </a:p>
          <a:p>
            <a:r>
              <a:rPr sz="1400" b="0"/>
              <a:t>Stand up. Walk and say hello.</a:t>
            </a:r>
          </a:p>
          <a:p>
            <a:r>
              <a:rPr sz="1400" b="0"/>
              <a:t>Say your name. Say: Nice to meet you.</a:t>
            </a:r>
          </a:p>
          <a:p>
            <a:r>
              <a:rPr sz="1400" b="0"/>
              <a:t>Find a friend. Swap.</a:t>
            </a:r>
          </a:p>
          <a:p>
            <a:r>
              <a:rPr sz="1400" b="0"/>
              <a:t>Sit down. Good job!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365760"/>
            <a:ext cx="6281927" cy="822960"/>
          </a:xfrm>
        </p:spPr>
        <p:txBody>
          <a:bodyPr/>
          <a:lstStyle/>
          <a:p>
            <a:r>
              <a:rPr sz="2800"/>
              <a:t>Unit 1  Hello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6281927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/>
              <a:t>Lesson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55648"/>
            <a:ext cx="6281927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/>
              <a:t>1. Listen and repeat.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139696"/>
            <a:ext cx="914400" cy="9144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7680" y="2139696"/>
            <a:ext cx="914400" cy="9144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75280" y="2139696"/>
            <a:ext cx="914400" cy="9144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92879" y="2139696"/>
            <a:ext cx="914400" cy="9144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" y="3163824"/>
            <a:ext cx="6281927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/>
              <a:t>bye                     ball                    book                   bag</a:t>
            </a:r>
          </a:p>
          <a:p>
            <a:r>
              <a:rPr sz="1400" b="0"/>
              <a:t>b   /b/</a:t>
            </a:r>
          </a:p>
          <a:p>
            <a:r>
              <a:rPr sz="1400" b="0"/>
              <a:t>h   /h/   hello   hi   hand   head</a:t>
            </a:r>
          </a:p>
          <a:p>
            <a:r>
              <a:rPr sz="1400" b="1"/>
              <a:t>2. Listen and circle.</a:t>
            </a:r>
          </a:p>
          <a:p>
            <a:r>
              <a:rPr sz="1400" b="0"/>
              <a:t>a. bye   b. hi   c. ball</a:t>
            </a:r>
          </a:p>
          <a:p>
            <a:r>
              <a:rPr sz="1400" b="1"/>
              <a:t>3. Let's chant.</a:t>
            </a:r>
          </a:p>
          <a:p>
            <a:r>
              <a:rPr sz="1400" b="0"/>
              <a:t>Hi, hi, hi, my hand, my head.</a:t>
            </a:r>
          </a:p>
          <a:p>
            <a:r>
              <a:rPr sz="1400" b="0"/>
              <a:t>Hello, hello, a book and a bag.</a:t>
            </a:r>
          </a:p>
          <a:p>
            <a:r>
              <a:rPr sz="1400" b="0"/>
              <a:t>Bye, bye, bye, a big blue ball.</a:t>
            </a:r>
          </a:p>
          <a:p>
            <a:r>
              <a:rPr sz="1400" b="0"/>
              <a:t>Bye, bye, bye, hello and hi!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365760"/>
            <a:ext cx="6281927" cy="822960"/>
          </a:xfrm>
        </p:spPr>
        <p:txBody>
          <a:bodyPr/>
          <a:lstStyle/>
          <a:p>
            <a:r>
              <a:rPr sz="2800"/>
              <a:t>Unit 1  Hello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6281927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/>
              <a:t>4. Read and match.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755648"/>
            <a:ext cx="3048000" cy="1524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3416808"/>
            <a:ext cx="6281927" cy="2340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/>
              <a:t>a. Hello, I'm Lan.                                                Hi, nice to meet you.</a:t>
            </a:r>
          </a:p>
          <a:p>
            <a:r>
              <a:rPr sz="1400" b="0"/>
              <a:t>b. Nice to meet you.                                           Bye, Lan.</a:t>
            </a:r>
          </a:p>
          <a:p>
            <a:r>
              <a:rPr sz="1400" b="0"/>
              <a:t>c. Goodbye, Duc.                                               Hi, Lan. I'm Duc.</a:t>
            </a:r>
          </a:p>
          <a:p>
            <a:r>
              <a:rPr sz="1400" b="1"/>
              <a:t>5. Let's write.</a:t>
            </a:r>
          </a:p>
          <a:p>
            <a:r>
              <a:rPr sz="1400" b="0"/>
              <a:t>Write: Hello, I'm _____.</a:t>
            </a:r>
          </a:p>
          <a:p>
            <a:r>
              <a:rPr sz="1400" b="0"/>
              <a:t>Write: Bye, _____.</a:t>
            </a:r>
          </a:p>
          <a:p>
            <a:r>
              <a:rPr sz="1400" b="1"/>
              <a:t>6. Project.</a:t>
            </a:r>
          </a:p>
          <a:p>
            <a:r>
              <a:rPr sz="1400" b="0"/>
              <a:t>Make a name card. Write your name. Say hello to a friend.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 1 Hello (classdeck-sample)</dc:title>
  <dc:subject>Grade 3 English, classdeck-sample</dc:subject>
  <dc:creator>ClassDeck public fixtures</dc:creator>
  <cp:keywords/>
  <dc:description>generated using python-pptx</dc:description>
  <cp:lastModifiedBy>ClassDeck public fixtures</cp:lastModifiedBy>
  <cp:revision>1</cp:revision>
  <dcterms:created xsi:type="dcterms:W3CDTF">2026-01-01T00:00:00Z</dcterms:created>
  <dcterms:modified xsi:type="dcterms:W3CDTF">2026-01-01T00:00:00Z</dcterms:modified>
  <cp:category/>
</cp:coreProperties>
</file>
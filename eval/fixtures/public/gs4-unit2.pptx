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7562088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281927" cy="822960"/>
          </a:xfrm>
        </p:spPr>
        <p:txBody>
          <a:bodyPr/>
          <a:lstStyle/>
          <a:p>
            <a:r>
              <a:rPr sz="2800"/>
              <a:t>Unit 2  My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Lesson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55648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1. Look, listen and repeat.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39696"/>
            <a:ext cx="3048000" cy="152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800856"/>
            <a:ext cx="6281927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What day is it today, Quang?</a:t>
            </a:r>
          </a:p>
          <a:p>
            <a:r>
              <a:rPr sz="1400" b="0"/>
              <a:t>It's Monday.</a:t>
            </a:r>
          </a:p>
          <a:p>
            <a:r>
              <a:rPr sz="1400" b="0"/>
              <a:t>Great! We have music today.</a:t>
            </a:r>
          </a:p>
          <a:p>
            <a:r>
              <a:rPr sz="1400" b="1"/>
              <a:t>2. Listen, point and say.</a:t>
            </a:r>
          </a:p>
          <a:p>
            <a:r>
              <a:rPr sz="1400" b="0"/>
              <a:t>It's ___.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355336"/>
            <a:ext cx="914400" cy="914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7680" y="5355336"/>
            <a:ext cx="914400" cy="914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5280" y="5355336"/>
            <a:ext cx="914400" cy="914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2879" y="5355336"/>
            <a:ext cx="914400" cy="914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10480" y="5355336"/>
            <a:ext cx="914400" cy="914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6379464"/>
            <a:ext cx="6281927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Monday              Tuesday            Wednesday        Thursday           Friday</a:t>
            </a:r>
          </a:p>
          <a:p>
            <a:r>
              <a:rPr sz="1400" b="0"/>
              <a:t>What day is it today?</a:t>
            </a:r>
          </a:p>
          <a:p>
            <a:r>
              <a:rPr sz="1400" b="1"/>
              <a:t>3. Let's talk.</a:t>
            </a:r>
          </a:p>
          <a:p>
            <a:r>
              <a:rPr sz="1400" b="0"/>
              <a:t>What day is it today?</a:t>
            </a:r>
          </a:p>
          <a:p>
            <a:r>
              <a:rPr sz="1400" b="0"/>
              <a:t>What day is it tomorrow?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281927" cy="822960"/>
          </a:xfrm>
        </p:spPr>
        <p:txBody>
          <a:bodyPr/>
          <a:lstStyle/>
          <a:p>
            <a:r>
              <a:rPr sz="2800"/>
              <a:t>Unit 2  My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4. Listen and tick.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55648"/>
            <a:ext cx="9144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807208"/>
            <a:ext cx="6281927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a. Today is Monday.   b. Today is Tuesday.   c. Today is Friday.</a:t>
            </a:r>
          </a:p>
          <a:p>
            <a:r>
              <a:rPr sz="1400" b="1"/>
              <a:t>5. Look, complete and read.</a:t>
            </a:r>
          </a:p>
          <a:p>
            <a:r>
              <a:rPr sz="1400" b="0"/>
              <a:t>Today is _____. Tomorrow is _____.</a:t>
            </a:r>
          </a:p>
          <a:p>
            <a:r>
              <a:rPr sz="1400" b="0"/>
              <a:t>Saturday and _____ are the weekend.</a:t>
            </a:r>
          </a:p>
          <a:p>
            <a:r>
              <a:rPr sz="1400" b="1"/>
              <a:t>6. Let's sing.</a:t>
            </a:r>
          </a:p>
          <a:p>
            <a:r>
              <a:rPr sz="1400" b="0"/>
              <a:t>Monday, Tuesday, Wednesday,</a:t>
            </a:r>
          </a:p>
          <a:p>
            <a:r>
              <a:rPr sz="1400" b="0"/>
              <a:t>Thursday, Friday, too.</a:t>
            </a:r>
          </a:p>
          <a:p>
            <a:r>
              <a:rPr sz="1400" b="0"/>
              <a:t>Saturday and Sunday,</a:t>
            </a:r>
          </a:p>
          <a:p>
            <a:r>
              <a:rPr sz="1400" b="0"/>
              <a:t>What do we do? Let's play!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281927" cy="822960"/>
          </a:xfrm>
        </p:spPr>
        <p:txBody>
          <a:bodyPr/>
          <a:lstStyle/>
          <a:p>
            <a:r>
              <a:rPr sz="2800"/>
              <a:t>Unit 2  My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Lesson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55648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1. Look, listen and repeat.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39696"/>
            <a:ext cx="3048000" cy="1524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800856"/>
            <a:ext cx="6281927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What do you have on Tuesday?</a:t>
            </a:r>
          </a:p>
          <a:p>
            <a:r>
              <a:rPr sz="1400" b="0"/>
              <a:t>I have English and music.</a:t>
            </a:r>
          </a:p>
          <a:p>
            <a:r>
              <a:rPr sz="1400" b="0"/>
              <a:t>When do you have art?</a:t>
            </a:r>
          </a:p>
          <a:p>
            <a:r>
              <a:rPr sz="1400" b="0"/>
              <a:t>I have art on Friday.</a:t>
            </a:r>
          </a:p>
          <a:p>
            <a:r>
              <a:rPr sz="1400" b="1"/>
              <a:t>2. Listen, point and say.</a:t>
            </a:r>
          </a:p>
          <a:p>
            <a:r>
              <a:rPr sz="1400" b="0"/>
              <a:t>I have ___ on ___.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647944"/>
            <a:ext cx="914400" cy="914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7680" y="5647944"/>
            <a:ext cx="914400" cy="9144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5280" y="5647944"/>
            <a:ext cx="914400" cy="914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92879" y="5647944"/>
            <a:ext cx="914400" cy="914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10480" y="5647944"/>
            <a:ext cx="914400" cy="914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6672072"/>
            <a:ext cx="6281927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English               maths                music                 art                      science</a:t>
            </a:r>
          </a:p>
          <a:p>
            <a:r>
              <a:rPr sz="1400" b="0"/>
              <a:t>What do you have on Monday?</a:t>
            </a:r>
          </a:p>
          <a:p>
            <a:r>
              <a:rPr sz="1400" b="1"/>
              <a:t>3. Let's talk.</a:t>
            </a:r>
          </a:p>
          <a:p>
            <a:r>
              <a:rPr sz="1400" b="0"/>
              <a:t>When do you have science?</a:t>
            </a:r>
          </a:p>
          <a:p>
            <a:r>
              <a:rPr sz="1400" b="0"/>
              <a:t>I have it on ___.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281927" cy="822960"/>
          </a:xfrm>
        </p:spPr>
        <p:txBody>
          <a:bodyPr/>
          <a:lstStyle/>
          <a:p>
            <a:r>
              <a:rPr sz="2800"/>
              <a:t>Unit 2  My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4. Listen and number.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55648"/>
            <a:ext cx="9144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807208"/>
            <a:ext cx="6281927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a. I have maths on Monday.   b. I have music on Wednesday.   c. I have art on Friday.</a:t>
            </a:r>
          </a:p>
          <a:p>
            <a:r>
              <a:rPr sz="1400" b="1"/>
              <a:t>5. Look, complete and read.</a:t>
            </a:r>
          </a:p>
          <a:p>
            <a:r>
              <a:rPr sz="1400" b="0"/>
              <a:t>I have _____ on Tuesday.</a:t>
            </a:r>
          </a:p>
          <a:p>
            <a:r>
              <a:rPr sz="1400" b="0"/>
              <a:t>She has art on _____.</a:t>
            </a:r>
          </a:p>
          <a:p>
            <a:r>
              <a:rPr sz="1400" b="0"/>
              <a:t>He has English on _____.</a:t>
            </a:r>
          </a:p>
          <a:p>
            <a:r>
              <a:rPr sz="1400" b="1"/>
              <a:t>6. Let's play.</a:t>
            </a:r>
          </a:p>
          <a:p>
            <a:r>
              <a:rPr sz="1400" b="0"/>
              <a:t>Draw a timetable. Write five subjects.</a:t>
            </a:r>
          </a:p>
          <a:p>
            <a:r>
              <a:rPr sz="1400" b="0"/>
              <a:t>Listen to your teacher.</a:t>
            </a:r>
          </a:p>
          <a:p>
            <a:r>
              <a:rPr sz="1400" b="0"/>
              <a:t>Tick the subject and the day.</a:t>
            </a:r>
          </a:p>
          <a:p>
            <a:r>
              <a:rPr sz="1400" b="0"/>
              <a:t>Five ticks? Say bingo!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281927" cy="822960"/>
          </a:xfrm>
        </p:spPr>
        <p:txBody>
          <a:bodyPr/>
          <a:lstStyle/>
          <a:p>
            <a:r>
              <a:rPr sz="2800"/>
              <a:t>Unit 2  My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/>
              <a:t>Lesson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55648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1. Listen and repeat.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39696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191256"/>
            <a:ext cx="6281927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m   /m/</a:t>
            </a:r>
          </a:p>
          <a:p>
            <a:r>
              <a:rPr sz="1400" b="0"/>
              <a:t>Monday   music   maths</a:t>
            </a:r>
          </a:p>
          <a:p>
            <a:r>
              <a:rPr sz="1400" b="1"/>
              <a:t>2. Listen and circle.</a:t>
            </a:r>
          </a:p>
          <a:p>
            <a:r>
              <a:rPr sz="1400" b="0"/>
              <a:t>a. week / weekend   b. Monday / Sunday   c. music / maths</a:t>
            </a:r>
          </a:p>
          <a:p>
            <a:r>
              <a:rPr sz="1400" b="1"/>
              <a:t>3. Let's chant.</a:t>
            </a:r>
          </a:p>
          <a:p>
            <a:r>
              <a:rPr sz="1400" b="0"/>
              <a:t>Monday, Monday, music day!</a:t>
            </a:r>
          </a:p>
          <a:p>
            <a:r>
              <a:rPr sz="1400" b="0"/>
              <a:t>Tuesday, Tuesday, time to play!</a:t>
            </a:r>
          </a:p>
          <a:p>
            <a:r>
              <a:rPr sz="1400" b="0"/>
              <a:t>Wednesday, Wednesday, maths for me!</a:t>
            </a:r>
          </a:p>
          <a:p>
            <a:r>
              <a:rPr sz="1400" b="0"/>
              <a:t>Thursday, Friday, one, two, three!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65760"/>
            <a:ext cx="6281927" cy="822960"/>
          </a:xfrm>
        </p:spPr>
        <p:txBody>
          <a:bodyPr/>
          <a:lstStyle/>
          <a:p>
            <a:r>
              <a:rPr sz="2800"/>
              <a:t>Unit 2  My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81927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/>
              <a:t>4. Read and match.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755648"/>
            <a:ext cx="914400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2807208"/>
            <a:ext cx="6281927" cy="2340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/>
              <a:t>a. What day is it today?                                      I have it on Monday.</a:t>
            </a:r>
          </a:p>
          <a:p>
            <a:r>
              <a:rPr sz="1400" b="0"/>
              <a:t>b. When do you have music?                             I have English and art.</a:t>
            </a:r>
          </a:p>
          <a:p>
            <a:r>
              <a:rPr sz="1400" b="0"/>
              <a:t>c. What do you have on Friday?                        It's Thursday.</a:t>
            </a:r>
          </a:p>
          <a:p>
            <a:r>
              <a:rPr sz="1400" b="1"/>
              <a:t>5. Let's write.</a:t>
            </a:r>
          </a:p>
          <a:p>
            <a:r>
              <a:rPr sz="1400" b="0"/>
              <a:t>My favourite day is _____.</a:t>
            </a:r>
          </a:p>
          <a:p>
            <a:r>
              <a:rPr sz="1400" b="0"/>
              <a:t>I have _____ on _____.</a:t>
            </a:r>
          </a:p>
          <a:p>
            <a:r>
              <a:rPr sz="1400" b="1"/>
              <a:t>6. Project.</a:t>
            </a:r>
          </a:p>
          <a:p>
            <a:r>
              <a:rPr sz="1400" b="0"/>
              <a:t>Make a timetable for your week and show it to your class.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2 My week (classdeck-sample)</dc:title>
  <dc:subject>Grade 4 English, classdeck-sample</dc:subject>
  <dc:creator>ClassDeck public fixtures</dc:creator>
  <cp:keywords/>
  <dc:description>generated using python-pptx</dc:description>
  <cp:lastModifiedBy>ClassDeck public fixtures</cp:lastModifiedBy>
  <cp:revision>1</cp:revision>
  <dcterms:created xsi:type="dcterms:W3CDTF">2026-01-01T00:00:00Z</dcterms:created>
  <dcterms:modified xsi:type="dcterms:W3CDTF">2026-01-01T00:00:00Z</dcterms:modified>
  <cp:category/>
</cp:coreProperties>
</file>
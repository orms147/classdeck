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Hello, I'm Ha.</a:t>
            </a:r>
          </a:p>
          <a:p>
            <a:r>
              <a:rPr sz="1400" b="0"/>
              <a:t>Hi, Ha. I'm Tien.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Hello, I'm ___.</a:t>
            </a:r>
          </a:p>
          <a:p>
            <a:r>
              <a:rPr sz="1400" b="0"/>
              <a:t>Hi, ___. I'm ___.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Hello. / Hi. / I'm (name).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 (Lesson 1, Period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  <a:p>
            <a:r>
              <a:rPr sz="1400" b="0"/>
              <a:t>a. Hello, I'm Duc.   b. Hi, I'm Lan.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Hello, I'm _____.   Hi, _____. I'm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Hello, hello, hello! I'm Ha. Hello, hello, hello! I'm Tien.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Hello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
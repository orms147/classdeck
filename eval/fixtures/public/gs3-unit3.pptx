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3  Our friends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Thu: Hello, Mi. This is my friend, Quang.</a:t>
            </a:r>
          </a:p>
          <a:p>
            <a:r>
              <a:rPr sz="1400" b="0"/>
              <a:t>Mi: Hi, Quang. Nice to meet you.</a:t>
            </a:r>
          </a:p>
          <a:p>
            <a:r>
              <a:rPr sz="1400" b="0"/>
              <a:t>Quang: Nice to meet you, Mi.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This is ___.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5533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355336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355336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355336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379464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Quang                Vy                      An                      Khoa</a:t>
            </a:r>
          </a:p>
          <a:p>
            <a:r>
              <a:rPr sz="1400" b="0"/>
              <a:t>This is Quang.</a:t>
            </a:r>
          </a:p>
          <a:p>
            <a:r>
              <a:rPr sz="1400" b="0"/>
              <a:t>This is my friend, Vy.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Show a picture of a friend.</a:t>
            </a:r>
          </a:p>
          <a:p>
            <a:r>
              <a:rPr sz="1400" b="0"/>
              <a:t>Say: This is my friend.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3  Our friends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tick.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This is Duc.   b. This is Khoa.   c. This is Tien.</a:t>
            </a:r>
          </a:p>
          <a:p>
            <a:r>
              <a:rPr sz="1400" b="1"/>
              <a:t>5. Look, complete and read.</a:t>
            </a:r>
          </a:p>
          <a:p>
            <a:r>
              <a:rPr sz="1400" b="0"/>
              <a:t>This is my friend, _____.</a:t>
            </a:r>
          </a:p>
          <a:p>
            <a:r>
              <a:rPr sz="1400" b="0"/>
              <a:t>This is _____.</a:t>
            </a:r>
          </a:p>
          <a:p>
            <a:r>
              <a:rPr sz="1400" b="1"/>
              <a:t>6. Let's sing.</a:t>
            </a:r>
          </a:p>
          <a:p>
            <a:r>
              <a:rPr sz="1400" b="0"/>
              <a:t>This is my friend, this is my friend.</a:t>
            </a:r>
          </a:p>
          <a:p>
            <a:r>
              <a:rPr sz="1400" b="0"/>
              <a:t>Hello, hello, hello, friend!</a:t>
            </a:r>
          </a:p>
          <a:p>
            <a:r>
              <a:rPr sz="1400" b="0"/>
              <a:t>This is Mi, this is Mi.</a:t>
            </a:r>
          </a:p>
          <a:p>
            <a:r>
              <a:rPr sz="1400" b="0"/>
              <a:t>Hello, hello, hello, Mi!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3  Our friends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Duc: Is that Lan?</a:t>
            </a:r>
          </a:p>
          <a:p>
            <a:r>
              <a:rPr sz="1400" b="0"/>
              <a:t>Thu: Yes, it is. That is Lan.</a:t>
            </a:r>
          </a:p>
          <a:p>
            <a:r>
              <a:rPr sz="1400" b="0"/>
              <a:t>Duc: Is that Tien?</a:t>
            </a:r>
          </a:p>
          <a:p>
            <a:r>
              <a:rPr sz="1400" b="0"/>
              <a:t>Thu: No, it isn't. That is Khoa.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Is that ___?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47944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647944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647944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647944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672072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Lan                    Tien                    Khoa                  Mi</a:t>
            </a:r>
          </a:p>
          <a:p>
            <a:r>
              <a:rPr sz="1400" b="0"/>
              <a:t>Is that Lan? Yes, it is.</a:t>
            </a:r>
          </a:p>
          <a:p>
            <a:r>
              <a:rPr sz="1400" b="0"/>
              <a:t>Is that Mi? No, it isn't.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Point to a friend. Ask: Is that ___?</a:t>
            </a:r>
          </a:p>
          <a:p>
            <a:r>
              <a:rPr sz="1400" b="0"/>
              <a:t>Answer: Yes, it is. / No, it isn't.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3  Our friends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tick.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Is that Vy? Yes, it is.   b. Is that Vy? No, it isn't.   c. Is that An? Yes, it is.</a:t>
            </a:r>
          </a:p>
          <a:p>
            <a:r>
              <a:rPr sz="1400" b="1"/>
              <a:t>5. Look, complete and read.</a:t>
            </a:r>
          </a:p>
          <a:p>
            <a:r>
              <a:rPr sz="1400" b="0"/>
              <a:t>Is that Duc? _____, it is.</a:t>
            </a:r>
          </a:p>
          <a:p>
            <a:r>
              <a:rPr sz="1400" b="0"/>
              <a:t>Is that Mi? _____, it isn't.</a:t>
            </a:r>
          </a:p>
          <a:p>
            <a:r>
              <a:rPr sz="1400" b="1"/>
              <a:t>6. Let's play.</a:t>
            </a:r>
          </a:p>
          <a:p>
            <a:r>
              <a:rPr sz="1400" b="0"/>
              <a:t>Stand in two teams.</a:t>
            </a:r>
          </a:p>
          <a:p>
            <a:r>
              <a:rPr sz="1400" b="0"/>
              <a:t>Show a picture card.</a:t>
            </a:r>
          </a:p>
          <a:p>
            <a:r>
              <a:rPr sz="1400" b="0"/>
              <a:t>Ask: Is that ___?</a:t>
            </a:r>
          </a:p>
          <a:p>
            <a:r>
              <a:rPr sz="1400" b="0"/>
              <a:t>Answer: Yes, it is. / No, it isn't.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3  Our friends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9144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80" y="2139696"/>
            <a:ext cx="914400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280" y="213969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879" y="2139696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163824"/>
            <a:ext cx="6281927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friend                 fine                     fish                     face</a:t>
            </a:r>
          </a:p>
          <a:p>
            <a:r>
              <a:rPr sz="1400" b="0"/>
              <a:t>f   /f/</a:t>
            </a:r>
          </a:p>
          <a:p>
            <a:r>
              <a:rPr sz="1400" b="0"/>
              <a:t>t   /t/   ten   two   toy   touch</a:t>
            </a:r>
          </a:p>
          <a:p>
            <a:r>
              <a:rPr sz="1400" b="1"/>
              <a:t>2. Listen and circle.</a:t>
            </a:r>
          </a:p>
          <a:p>
            <a:r>
              <a:rPr sz="1400" b="0"/>
              <a:t>a. friend   b. fish   c. ten</a:t>
            </a:r>
          </a:p>
          <a:p>
            <a:r>
              <a:rPr sz="1400" b="1"/>
              <a:t>3. Let's chant.</a:t>
            </a:r>
          </a:p>
          <a:p>
            <a:r>
              <a:rPr sz="1400" b="0"/>
              <a:t>F, f, f, friend and fish.</a:t>
            </a:r>
          </a:p>
          <a:p>
            <a:r>
              <a:rPr sz="1400" b="0"/>
              <a:t>T, t, t, ten and two.</a:t>
            </a:r>
          </a:p>
          <a:p>
            <a:r>
              <a:rPr sz="1400" b="0"/>
              <a:t>This is my friend, nice and fine.</a:t>
            </a:r>
          </a:p>
          <a:p>
            <a:r>
              <a:rPr sz="1400" b="0"/>
              <a:t>That is my friend, one, two, three.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3  Our friends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Read and match.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2340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This is Quang.                                                Yes, it is.</a:t>
            </a:r>
          </a:p>
          <a:p>
            <a:r>
              <a:rPr sz="1400" b="0"/>
              <a:t>b. Is that Thu?                                                    No, it isn't.</a:t>
            </a:r>
          </a:p>
          <a:p>
            <a:r>
              <a:rPr sz="1400" b="0"/>
              <a:t>c. Is that Duc?                                                    Hi, Quang.</a:t>
            </a:r>
          </a:p>
          <a:p>
            <a:r>
              <a:rPr sz="1400" b="1"/>
              <a:t>5. Let's write.</a:t>
            </a:r>
          </a:p>
          <a:p>
            <a:r>
              <a:rPr sz="1400" b="0"/>
              <a:t>This is my friend, _____.</a:t>
            </a:r>
          </a:p>
          <a:p>
            <a:r>
              <a:rPr sz="1400" b="0"/>
              <a:t>Is that _____? Yes, it is.</a:t>
            </a:r>
          </a:p>
          <a:p>
            <a:r>
              <a:rPr sz="1400" b="1"/>
              <a:t>6. Project.</a:t>
            </a:r>
          </a:p>
          <a:p>
            <a:r>
              <a:rPr sz="1400" b="0"/>
              <a:t>Draw a friend. Write the name. Say: This is my friend.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Our friends (classdeck-sample)</dc:title>
  <dc:subject>Grade 3 English, classdeck-sample</dc:subject>
  <dc:creator>ClassDeck public fixtures</dc:creator>
  <cp:keywords/>
  <dc:description>generated using python-pptx</dc:description>
  <cp:lastModifiedBy>ClassDeck public fixtures</cp:lastModifiedBy>
  <cp:revision>1</cp:revision>
  <dcterms:created xsi:type="dcterms:W3CDTF">2026-01-01T00:00:00Z</dcterms:created>
  <dcterms:modified xsi:type="dcterms:W3CDTF">2026-01-01T00:00:00Z</dcterms:modified>
  <cp:category/>
</cp:coreProperties>
</file>
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5  My hobbies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Quang: I like football.</a:t>
            </a:r>
          </a:p>
          <a:p>
            <a:r>
              <a:rPr sz="1400" b="0"/>
              <a:t>Vy: Hi, Quang. I like chess.</a:t>
            </a:r>
          </a:p>
          <a:p>
            <a:r>
              <a:rPr sz="1400" b="0"/>
              <a:t>Quang: Nice to meet you, Vy.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I like ___.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5533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355336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355336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355336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379464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football               badminton         chess                 kite</a:t>
            </a:r>
          </a:p>
          <a:p>
            <a:r>
              <a:rPr sz="1400" b="0"/>
              <a:t>I like football.</a:t>
            </a:r>
          </a:p>
          <a:p>
            <a:r>
              <a:rPr sz="1400" b="0"/>
              <a:t>I like chess.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Tell your partner your hobby.</a:t>
            </a:r>
          </a:p>
          <a:p>
            <a:r>
              <a:rPr sz="1400" b="0"/>
              <a:t>Say: I like ___.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5  My hobbies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tick.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I like football.   b. I like chess.   c. I like badminton.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I like _____.</a:t>
            </a:r>
          </a:p>
          <a:p>
            <a:r>
              <a:rPr sz="1400" b="0"/>
              <a:t>My hobby is _____.</a:t>
            </a:r>
          </a:p>
          <a:p>
            <a:r>
              <a:rPr sz="1400" b="1"/>
              <a:t>6. Let's sing.</a:t>
            </a:r>
          </a:p>
          <a:p>
            <a:r>
              <a:rPr sz="1400" b="0"/>
              <a:t>I like football, football, football.</a:t>
            </a:r>
          </a:p>
          <a:p>
            <a:r>
              <a:rPr sz="1400" b="0"/>
              <a:t>I like chess, chess, chess.</a:t>
            </a:r>
          </a:p>
          <a:p>
            <a:r>
              <a:rPr sz="1400" b="0"/>
              <a:t>I like badminton, I like kites.</a:t>
            </a:r>
          </a:p>
          <a:p>
            <a:r>
              <a:rPr sz="1400" b="0"/>
              <a:t>I like my hobbies, yes, yes, yes!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5  My hobbies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An: Do you like football?</a:t>
            </a:r>
          </a:p>
          <a:p>
            <a:r>
              <a:rPr sz="1400" b="0"/>
              <a:t>Thu: No, I don't.</a:t>
            </a:r>
          </a:p>
          <a:p>
            <a:r>
              <a:rPr sz="1400" b="0"/>
              <a:t>An: Do you like chess?</a:t>
            </a:r>
          </a:p>
          <a:p>
            <a:r>
              <a:rPr sz="1400" b="0"/>
              <a:t>Thu: Yes, I do. I like chess.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Do you like ___?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47944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647944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647944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647944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672072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football               badminton         chess                 kite</a:t>
            </a:r>
          </a:p>
          <a:p>
            <a:r>
              <a:rPr sz="1400" b="0"/>
              <a:t>Do you like football? No, I don't.</a:t>
            </a:r>
          </a:p>
          <a:p>
            <a:r>
              <a:rPr sz="1400" b="0"/>
              <a:t>Do you like chess? Yes, I do.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Ask your partner: Do you like ___?</a:t>
            </a:r>
          </a:p>
          <a:p>
            <a:r>
              <a:rPr sz="1400" b="0"/>
              <a:t>Answer: Yes, I do. / No, I don't.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5  My hobbies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tick.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Do you like chess? Yes, I do.</a:t>
            </a:r>
          </a:p>
          <a:p>
            <a:r>
              <a:rPr sz="1400" b="0"/>
              <a:t>b. Do you like football? No, I don't.</a:t>
            </a:r>
          </a:p>
          <a:p>
            <a:r>
              <a:rPr sz="1400" b="0"/>
              <a:t>c. Do you like chess? No, I don't.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Do you like _____? Yes, I _____.</a:t>
            </a:r>
          </a:p>
          <a:p>
            <a:r>
              <a:rPr sz="1400" b="0"/>
              <a:t>Do you like kites? No, I _____.</a:t>
            </a:r>
          </a:p>
          <a:p>
            <a:r>
              <a:rPr sz="1400" b="1"/>
              <a:t>6. Let's play.</a:t>
            </a:r>
          </a:p>
          <a:p>
            <a:r>
              <a:rPr sz="1400" b="0"/>
              <a:t>Stand in two lines.</a:t>
            </a:r>
          </a:p>
          <a:p>
            <a:r>
              <a:rPr sz="1400" b="0"/>
              <a:t>Ask a friend: Do you like chess?</a:t>
            </a:r>
          </a:p>
          <a:p>
            <a:r>
              <a:rPr sz="1400" b="0"/>
              <a:t>Say: Yes, I do. Or: No, I don't.</a:t>
            </a:r>
          </a:p>
          <a:p>
            <a:r>
              <a:rPr sz="1400" b="0"/>
              <a:t>Swap.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5  My hobbies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9144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80" y="2139696"/>
            <a:ext cx="914400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280" y="213969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879" y="2139696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163824"/>
            <a:ext cx="628192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ball                     bike                    book                  bag</a:t>
            </a:r>
          </a:p>
          <a:p>
            <a:r>
              <a:rPr sz="1400" b="0"/>
              <a:t>b   /b/</a:t>
            </a:r>
          </a:p>
          <a:p>
            <a:r>
              <a:rPr sz="1400" b="0"/>
              <a:t>ch   /ch/   chess   chair   check</a:t>
            </a:r>
          </a:p>
          <a:p>
            <a:r>
              <a:rPr sz="1400" b="1"/>
              <a:t>2. Listen and circle.</a:t>
            </a:r>
          </a:p>
          <a:p>
            <a:r>
              <a:rPr sz="1400" b="0"/>
              <a:t>a. ball   b. chair   c. chess</a:t>
            </a:r>
          </a:p>
          <a:p>
            <a:r>
              <a:rPr sz="1400" b="1"/>
              <a:t>3. Let's chant.</a:t>
            </a:r>
          </a:p>
          <a:p>
            <a:r>
              <a:rPr sz="1400" b="0"/>
              <a:t>B, b, b, ball and bike.</a:t>
            </a:r>
          </a:p>
          <a:p>
            <a:r>
              <a:rPr sz="1400" b="0"/>
              <a:t>Ch, ch, ch, chess and chair.</a:t>
            </a:r>
          </a:p>
          <a:p>
            <a:r>
              <a:rPr sz="1400" b="0"/>
              <a:t>I like football, I like chess.</a:t>
            </a:r>
          </a:p>
          <a:p>
            <a:r>
              <a:rPr sz="1400" b="0"/>
              <a:t>Do you like it? Yes, yes, yes!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5  My hobbies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Read and match.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34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Do you like chess?                                         Do you like badminton?</a:t>
            </a:r>
          </a:p>
          <a:p>
            <a:r>
              <a:rPr sz="1400" b="0"/>
              <a:t>b. I like badminton.                                             No, I don't.</a:t>
            </a:r>
          </a:p>
          <a:p>
            <a:r>
              <a:rPr sz="1400" b="0"/>
              <a:t>c. Do you like kites?                                           Yes, I do.</a:t>
            </a:r>
          </a:p>
          <a:p>
            <a:r>
              <a:rPr sz="1400" b="1"/>
              <a:t>5. Let's write.</a:t>
            </a:r>
          </a:p>
          <a:p>
            <a:r>
              <a:rPr sz="1400" b="0"/>
              <a:t>I like _____.</a:t>
            </a:r>
          </a:p>
          <a:p>
            <a:r>
              <a:rPr sz="1400" b="0"/>
              <a:t>I like _____ and _____.</a:t>
            </a:r>
          </a:p>
          <a:p>
            <a:r>
              <a:rPr sz="1400" b="1"/>
              <a:t>6. Project.</a:t>
            </a:r>
          </a:p>
          <a:p>
            <a:r>
              <a:rPr sz="1400" b="0"/>
              <a:t>Make a hobby card. Draw your hobby. Write: I like ___.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5 My hobbies (classdeck-sample)</dc:title>
  <dc:subject>Grade 3 English, classdeck-sample</dc:subject>
  <dc:creator>ClassDeck public fixtures</dc:creator>
  <cp:keywords/>
  <dc:description>generated using python-pptx</dc:description>
  <cp:lastModifiedBy>ClassDeck public fixtures</cp:lastModifiedBy>
  <cp:revision>1</cp:revision>
  <dcterms:created xsi:type="dcterms:W3CDTF">2026-01-01T00:00:00Z</dcterms:created>
  <dcterms:modified xsi:type="dcterms:W3CDTF">2026-01-01T00:00:00Z</dcterms:modified>
  <cp:category/>
</cp:coreProperties>
</file>
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Where I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Vy: Where do you live, Quang?</a:t>
            </a:r>
          </a:p>
          <a:p>
            <a:r>
              <a:rPr sz="1400" b="0"/>
              <a:t>Quang: I live in a village. It is quiet.</a:t>
            </a:r>
          </a:p>
          <a:p>
            <a:r>
              <a:rPr sz="1400" b="0"/>
              <a:t>Vy: I live in a city. It is busy.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 live in a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village                town                   city</a:t>
            </a:r>
          </a:p>
          <a:p>
            <a:r>
              <a:rPr sz="1400" b="0"/>
              <a:t>Where do you live?</a:t>
            </a:r>
          </a:p>
          <a:p>
            <a:r>
              <a:rPr sz="1400" b="0"/>
              <a:t>I live in a ___.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Where do you live?</a:t>
            </a:r>
          </a:p>
          <a:p>
            <a:r>
              <a:rPr sz="1400" b="0"/>
              <a:t>I live in a ___. It is ___.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Where I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  <a:p>
            <a:r>
              <a:rPr sz="1400" b="0"/>
              <a:t>a. I live in a village.   b. I live in a city.   c. I live in a town.</a:t>
            </a:r>
          </a:p>
          <a:p>
            <a:r>
              <a:rPr sz="1400" b="1"/>
              <a:t>5. Look, complete and read.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40864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002024"/>
            <a:ext cx="6281927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Vy lives in a _____. It is busy.</a:t>
            </a:r>
          </a:p>
          <a:p>
            <a:r>
              <a:rPr sz="1400" b="0"/>
              <a:t>Quang lives in a _____. It is quiet.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I live in a village, quiet and small.</a:t>
            </a:r>
          </a:p>
          <a:p>
            <a:r>
              <a:rPr sz="1400" b="0"/>
              <a:t>I live in a town, and I like it all.</a:t>
            </a:r>
          </a:p>
          <a:p>
            <a:r>
              <a:rPr sz="1400" b="0"/>
              <a:t>I live in a city, busy and tall.</a:t>
            </a:r>
          </a:p>
          <a:p>
            <a:r>
              <a:rPr sz="1400" b="0"/>
              <a:t>Where do you live? Tell us all!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Where I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Thu: What is your address, Vy?</a:t>
            </a:r>
          </a:p>
          <a:p>
            <a:r>
              <a:rPr sz="1400" b="0"/>
              <a:t>Vy: It is 12 Lake Road. My house is near the park.</a:t>
            </a:r>
          </a:p>
          <a:p>
            <a:r>
              <a:rPr sz="1400" b="0"/>
              <a:t>Thu: Nice! I live at 5 Hill Street.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My house is near the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79464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park                   market                school                shop</a:t>
            </a:r>
          </a:p>
          <a:p>
            <a:r>
              <a:rPr sz="1400" b="0"/>
              <a:t>What is your address?</a:t>
            </a:r>
          </a:p>
          <a:p>
            <a:r>
              <a:rPr sz="1400" b="0"/>
              <a:t>My house is near the ___.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What is your address?</a:t>
            </a:r>
          </a:p>
          <a:p>
            <a:r>
              <a:rPr sz="1400" b="0"/>
              <a:t>It is ___. My house is near the ___.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Where I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  <a:p>
            <a:r>
              <a:rPr sz="1400" b="0"/>
              <a:t>a. My house is near the park.</a:t>
            </a:r>
          </a:p>
          <a:p>
            <a:r>
              <a:rPr sz="1400" b="0"/>
              <a:t>b. My house is near the market.</a:t>
            </a:r>
          </a:p>
          <a:p>
            <a:r>
              <a:rPr sz="1400" b="0"/>
              <a:t>c. My house is near the school.</a:t>
            </a:r>
          </a:p>
          <a:p>
            <a:r>
              <a:rPr sz="1400" b="1"/>
              <a:t>5. Look, complete and read.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87240"/>
            <a:ext cx="6281927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Her house is near the _____.</a:t>
            </a:r>
          </a:p>
          <a:p>
            <a:r>
              <a:rPr sz="1400" b="0"/>
              <a:t>His house is near the _____.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Think of a place near your house.</a:t>
            </a:r>
          </a:p>
          <a:p>
            <a:r>
              <a:rPr sz="1400" b="0"/>
              <a:t>Your partner asks: Is it a park?</a:t>
            </a:r>
          </a:p>
          <a:p>
            <a:r>
              <a:rPr sz="1400" b="0"/>
              <a:t>Say: Yes, it is. / No, it is not.</a:t>
            </a:r>
          </a:p>
          <a:p>
            <a:r>
              <a:rPr sz="1400" b="0"/>
              <a:t>Swap roles. Play again.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Where I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v   /v/</a:t>
            </a:r>
          </a:p>
          <a:p>
            <a:r>
              <a:rPr sz="1400" b="0"/>
              <a:t>village   very   live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village / town   b. quiet / busy   c. near / far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Vy lives in a village, very, very quiet.</a:t>
            </a:r>
          </a:p>
          <a:p>
            <a:r>
              <a:rPr sz="1400" b="0"/>
              <a:t>Quang lives in a city, very, very busy.</a:t>
            </a:r>
          </a:p>
          <a:p>
            <a:r>
              <a:rPr sz="1400" b="0"/>
              <a:t>Live, live, live in a village!</a:t>
            </a:r>
          </a:p>
          <a:p>
            <a:r>
              <a:rPr sz="1400" b="0"/>
              <a:t>Live, live, live in a city!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1  Where I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  <a:p>
            <a:r>
              <a:rPr sz="1400" b="0"/>
              <a:t>a. Where do you live?                                        It is 12 Lake Road.</a:t>
            </a:r>
          </a:p>
          <a:p>
            <a:r>
              <a:rPr sz="1400" b="0"/>
              <a:t>b. What is your address?                                   Yes, it is.</a:t>
            </a:r>
          </a:p>
          <a:p>
            <a:r>
              <a:rPr sz="1400" b="0"/>
              <a:t>c. Is your house near the park?                         I live in a village.</a:t>
            </a:r>
          </a:p>
          <a:p>
            <a:r>
              <a:rPr sz="1400" b="1"/>
              <a:t>5. Let's write.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04800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87240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I live in a _____.</a:t>
            </a:r>
          </a:p>
          <a:p>
            <a:r>
              <a:rPr sz="1400" b="0"/>
              <a:t>My house is near the _____.</a:t>
            </a:r>
          </a:p>
          <a:p>
            <a:r>
              <a:rPr sz="1400" b="0"/>
              <a:t>It is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Draw a map of your street. Write three sentences.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Where I live (classdeck-sample)</dc:title>
  <dc:subject>Grade 5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
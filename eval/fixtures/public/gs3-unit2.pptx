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Vy: Hello. What's your name?</a:t>
            </a:r>
          </a:p>
          <a:p>
            <a:r>
              <a:rPr sz="1400" b="0"/>
              <a:t>An: My name's An. What's your name?</a:t>
            </a:r>
          </a:p>
          <a:p>
            <a:r>
              <a:rPr sz="1400" b="0"/>
              <a:t>Vy: My name's Vy.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My name's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Thu                    Quang                Mi                      Khoa</a:t>
            </a:r>
          </a:p>
          <a:p>
            <a:r>
              <a:rPr sz="1400" b="0"/>
              <a:t>What's your name?</a:t>
            </a:r>
          </a:p>
          <a:p>
            <a:r>
              <a:rPr sz="1400" b="0"/>
              <a:t>My name's Thu.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Ask your partner: What's your name?</a:t>
            </a:r>
          </a:p>
          <a:p>
            <a:r>
              <a:rPr sz="1400" b="0"/>
              <a:t>Say: My name's ___.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My name's Thu.   b. My name's Mi.   c. My name's Lan.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What's your name?</a:t>
            </a:r>
          </a:p>
          <a:p>
            <a:r>
              <a:rPr sz="1400" b="0"/>
              <a:t>My name's _____.</a:t>
            </a:r>
          </a:p>
          <a:p>
            <a:r>
              <a:rPr sz="1400" b="0"/>
              <a:t>Hello, _____. Nice to meet you.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What's your name? What's your name?</a:t>
            </a:r>
          </a:p>
          <a:p>
            <a:r>
              <a:rPr sz="1400" b="0"/>
              <a:t>My name's Lan, my name's Lan.</a:t>
            </a:r>
          </a:p>
          <a:p>
            <a:r>
              <a:rPr sz="1400" b="0"/>
              <a:t>Hello, Lan! Hello, Lan!</a:t>
            </a:r>
          </a:p>
          <a:p>
            <a:r>
              <a:rPr sz="1400" b="0"/>
              <a:t>Nice to meet you, 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Duc: What's your name?</a:t>
            </a:r>
          </a:p>
          <a:p>
            <a:r>
              <a:rPr sz="1400" b="0"/>
              <a:t>Mi: My name's Mi.</a:t>
            </a:r>
          </a:p>
          <a:p>
            <a:r>
              <a:rPr sz="1400" b="0"/>
              <a:t>Duc: How do you spell your name?</a:t>
            </a:r>
          </a:p>
          <a:p>
            <a:r>
              <a:rPr sz="1400" b="0"/>
              <a:t>Mi: M-I.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How do you spell your name?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672072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Ha                      An                      Vy                      Mi</a:t>
            </a:r>
          </a:p>
          <a:p>
            <a:r>
              <a:rPr sz="1400" b="0"/>
              <a:t>How do you spell your name?</a:t>
            </a:r>
          </a:p>
          <a:p>
            <a:r>
              <a:rPr sz="1400" b="0"/>
              <a:t>A-N.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Ask your partner. How do you spell your name?</a:t>
            </a:r>
          </a:p>
          <a:p>
            <a:r>
              <a:rPr sz="1400" b="0"/>
              <a:t>Spell it. Write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M-I   b. A-N   c. V-Y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My name's Lan. L-A-N.</a:t>
            </a:r>
          </a:p>
          <a:p>
            <a:r>
              <a:rPr sz="1400" b="0"/>
              <a:t>My name's Tien. _-_-_-_.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Play a spelling game.</a:t>
            </a:r>
          </a:p>
          <a:p>
            <a:r>
              <a:rPr sz="1400" b="0"/>
              <a:t>Spell a name. Your partner writes the letters.</a:t>
            </a:r>
          </a:p>
          <a:p>
            <a:r>
              <a:rPr sz="1400" b="0"/>
              <a:t>Check the name.</a:t>
            </a:r>
          </a:p>
          <a:p>
            <a:r>
              <a:rPr sz="1400" b="0"/>
              <a:t>Swap.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80" y="2139696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80" y="213969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879" y="213969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163824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Lan                    leg                      look                    letter</a:t>
            </a:r>
          </a:p>
          <a:p>
            <a:r>
              <a:rPr sz="1400" b="0"/>
              <a:t>l   /l/</a:t>
            </a:r>
          </a:p>
          <a:p>
            <a:r>
              <a:rPr sz="1400" b="0"/>
              <a:t>n   /n/   name   nice   nose   nine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name   b. letter   c. look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L, l, l, look and listen.</a:t>
            </a:r>
          </a:p>
          <a:p>
            <a:r>
              <a:rPr sz="1400" b="0"/>
              <a:t>Leg, leg, letter, Lan.</a:t>
            </a:r>
          </a:p>
          <a:p>
            <a:r>
              <a:rPr sz="1400" b="0"/>
              <a:t>N, n, n, my name, my name.</a:t>
            </a:r>
          </a:p>
          <a:p>
            <a:r>
              <a:rPr sz="1400" b="0"/>
              <a:t>Nose, nine, nice, 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Our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What's your name?                                        D-U-C.</a:t>
            </a:r>
          </a:p>
          <a:p>
            <a:r>
              <a:rPr sz="1400" b="0"/>
              <a:t>b. How do you spell it?                                       Hi, Mi. Nice to meet you.</a:t>
            </a:r>
          </a:p>
          <a:p>
            <a:r>
              <a:rPr sz="1400" b="0"/>
              <a:t>c. Hello, I'm Mi.                                                  My name's Duc.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Write: My name's _____.</a:t>
            </a:r>
          </a:p>
          <a:p>
            <a:r>
              <a:rPr sz="1400" b="0"/>
              <a:t>Write the letters: _ _ _ 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Make a name card. Write the letters of your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Our names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
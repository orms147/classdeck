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7562088" cy="10689336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365760"/>
            <a:ext cx="6281927" cy="822960"/>
          </a:xfrm>
        </p:spPr>
        <p:txBody>
          <a:bodyPr/>
          <a:lstStyle/>
          <a:p>
            <a:r>
              <a:rPr sz="2800"/>
              <a:t>Unit 2  Last weekend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6281927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/>
              <a:t>Lesson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55648"/>
            <a:ext cx="6281927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/>
              <a:t>1. Look, listen and repeat.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139696"/>
            <a:ext cx="3048000" cy="1524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3800856"/>
            <a:ext cx="6281927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/>
              <a:t>An: What did you do last weekend, Khoa?</a:t>
            </a:r>
          </a:p>
          <a:p>
            <a:r>
              <a:rPr sz="1400" b="0"/>
              <a:t>Khoa: I visited my grandmother. We cooked fish.</a:t>
            </a:r>
          </a:p>
          <a:p>
            <a:r>
              <a:rPr sz="1400" b="0"/>
              <a:t>An: I watched TV and played football.</a:t>
            </a:r>
          </a:p>
          <a:p>
            <a:r>
              <a:rPr sz="1400" b="1"/>
              <a:t>2. Listen, point and say.</a:t>
            </a:r>
          </a:p>
          <a:p>
            <a:r>
              <a:rPr sz="1400" b="0"/>
              <a:t>I ___ last weekend.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5355336"/>
            <a:ext cx="914400" cy="9144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57680" y="5355336"/>
            <a:ext cx="914400" cy="9144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75280" y="5355336"/>
            <a:ext cx="914400" cy="9144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92879" y="5355336"/>
            <a:ext cx="914400" cy="9144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0080" y="6379464"/>
            <a:ext cx="6281927" cy="1755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/>
              <a:t>watched TV       cleaned              played                cooked</a:t>
            </a:r>
          </a:p>
          <a:p>
            <a:r>
              <a:rPr sz="1400" b="0"/>
              <a:t>What did you do last weekend?</a:t>
            </a:r>
          </a:p>
          <a:p>
            <a:r>
              <a:rPr sz="1400" b="0"/>
              <a:t>I ___ last weekend.</a:t>
            </a:r>
          </a:p>
          <a:p>
            <a:r>
              <a:rPr sz="1400" b="1"/>
              <a:t>3. Let's talk.</a:t>
            </a:r>
          </a:p>
          <a:p>
            <a:r>
              <a:rPr sz="1400" b="0"/>
              <a:t>What did you do last weekend?</a:t>
            </a:r>
          </a:p>
          <a:p>
            <a:r>
              <a:rPr sz="1400" b="0"/>
              <a:t>I visited my ___.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365760"/>
            <a:ext cx="6281927" cy="822960"/>
          </a:xfrm>
        </p:spPr>
        <p:txBody>
          <a:bodyPr/>
          <a:lstStyle/>
          <a:p>
            <a:r>
              <a:rPr sz="2800"/>
              <a:t>Unit 2  Last weekend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6281927" cy="87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/>
              <a:t>4. Listen and tick.</a:t>
            </a:r>
          </a:p>
          <a:p>
            <a:r>
              <a:rPr sz="1400" b="0"/>
              <a:t>a. I cleaned my room.   b. I visited a farm.   c. I played football.</a:t>
            </a:r>
          </a:p>
          <a:p>
            <a:r>
              <a:rPr sz="1400" b="1"/>
              <a:t>5. Look, complete and read.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340864"/>
            <a:ext cx="3048000" cy="1524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4002024"/>
            <a:ext cx="6281927" cy="2048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/>
              <a:t>Khoa visited his _____.</a:t>
            </a:r>
          </a:p>
          <a:p>
            <a:r>
              <a:rPr sz="1400" b="0"/>
              <a:t>An cleaned her _____.</a:t>
            </a:r>
          </a:p>
          <a:p>
            <a:r>
              <a:rPr sz="1400" b="1"/>
              <a:t>6. Let's sing.</a:t>
            </a:r>
          </a:p>
          <a:p>
            <a:r>
              <a:rPr sz="1400" b="0"/>
              <a:t>Last weekend, last weekend, what did you do?</a:t>
            </a:r>
          </a:p>
          <a:p>
            <a:r>
              <a:rPr sz="1400" b="0"/>
              <a:t>I watched TV, and I cleaned too!</a:t>
            </a:r>
          </a:p>
          <a:p>
            <a:r>
              <a:rPr sz="1400" b="0"/>
              <a:t>Last weekend, last weekend, what did you see?</a:t>
            </a:r>
          </a:p>
          <a:p>
            <a:r>
              <a:rPr sz="1400" b="0"/>
              <a:t>I saw a big cat in a tall green tree!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365760"/>
            <a:ext cx="6281927" cy="822960"/>
          </a:xfrm>
        </p:spPr>
        <p:txBody>
          <a:bodyPr/>
          <a:lstStyle/>
          <a:p>
            <a:r>
              <a:rPr sz="2800"/>
              <a:t>Unit 2  Last weekend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6281927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/>
              <a:t>Lesson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55648"/>
            <a:ext cx="6281927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/>
              <a:t>1. Look, listen and repeat.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139696"/>
            <a:ext cx="3048000" cy="1524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3800856"/>
            <a:ext cx="6281927" cy="1755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/>
              <a:t>Mi: Did you go to the park, An?</a:t>
            </a:r>
          </a:p>
          <a:p>
            <a:r>
              <a:rPr sz="1400" b="0"/>
              <a:t>An: Yes, I did. I went with my cousin.</a:t>
            </a:r>
          </a:p>
          <a:p>
            <a:r>
              <a:rPr sz="1400" b="0"/>
              <a:t>Mi: Did you play football?</a:t>
            </a:r>
          </a:p>
          <a:p>
            <a:r>
              <a:rPr sz="1400" b="0"/>
              <a:t>An: No, I did not. We flew a kite.</a:t>
            </a:r>
          </a:p>
          <a:p>
            <a:r>
              <a:rPr sz="1400" b="1"/>
              <a:t>2. Listen, point and say.</a:t>
            </a:r>
          </a:p>
          <a:p>
            <a:r>
              <a:rPr sz="1400" b="0"/>
              <a:t>I went to the ___.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5647944"/>
            <a:ext cx="914400" cy="9144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57680" y="5647944"/>
            <a:ext cx="914400" cy="9144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75280" y="5647944"/>
            <a:ext cx="914400" cy="9144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92879" y="5647944"/>
            <a:ext cx="914400" cy="9144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0080" y="6672072"/>
            <a:ext cx="6281927" cy="1755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/>
              <a:t>zoo                     park                   market               library</a:t>
            </a:r>
          </a:p>
          <a:p>
            <a:r>
              <a:rPr sz="1400" b="0"/>
              <a:t>Did you go to the ___?</a:t>
            </a:r>
          </a:p>
          <a:p>
            <a:r>
              <a:rPr sz="1400" b="0"/>
              <a:t>Yes, I did. / No, I did not.</a:t>
            </a:r>
          </a:p>
          <a:p>
            <a:r>
              <a:rPr sz="1400" b="1"/>
              <a:t>3. Let's talk.</a:t>
            </a:r>
          </a:p>
          <a:p>
            <a:r>
              <a:rPr sz="1400" b="0"/>
              <a:t>Did you go to the zoo last weekend?</a:t>
            </a:r>
          </a:p>
          <a:p>
            <a:r>
              <a:rPr sz="1400" b="0"/>
              <a:t>Yes, I did. / No, I did not.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365760"/>
            <a:ext cx="6281927" cy="822960"/>
          </a:xfrm>
        </p:spPr>
        <p:txBody>
          <a:bodyPr/>
          <a:lstStyle/>
          <a:p>
            <a:r>
              <a:rPr sz="2800"/>
              <a:t>Unit 2  Last weekend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6281927" cy="87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/>
              <a:t>4. Listen and number.</a:t>
            </a:r>
          </a:p>
          <a:p>
            <a:r>
              <a:rPr sz="1400" b="0"/>
              <a:t>a. Khoa went to the zoo.   b. Khoa saw a big bird.   c. Khoa ate noodles.</a:t>
            </a:r>
          </a:p>
          <a:p>
            <a:r>
              <a:rPr sz="1400" b="1"/>
              <a:t>5. Look, complete and read.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340864"/>
            <a:ext cx="3048000" cy="1524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4002024"/>
            <a:ext cx="6281927" cy="2048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/>
              <a:t>_____ you visit your aunt?</a:t>
            </a:r>
          </a:p>
          <a:p>
            <a:r>
              <a:rPr sz="1400" b="0"/>
              <a:t>Yes, I _____. / No, I _____ not.</a:t>
            </a:r>
          </a:p>
          <a:p>
            <a:r>
              <a:rPr sz="1400" b="1"/>
              <a:t>6. Let's play.</a:t>
            </a:r>
          </a:p>
          <a:p>
            <a:r>
              <a:rPr sz="1400" b="0"/>
              <a:t>Ask three friends.</a:t>
            </a:r>
          </a:p>
          <a:p>
            <a:r>
              <a:rPr sz="1400" b="0"/>
              <a:t>Did you play football last weekend?</a:t>
            </a:r>
          </a:p>
          <a:p>
            <a:r>
              <a:rPr sz="1400" b="0"/>
              <a:t>Tick yes or no.</a:t>
            </a:r>
          </a:p>
          <a:p>
            <a:r>
              <a:rPr sz="1400" b="0"/>
              <a:t>Tell the class.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365760"/>
            <a:ext cx="6281927" cy="822960"/>
          </a:xfrm>
        </p:spPr>
        <p:txBody>
          <a:bodyPr/>
          <a:lstStyle/>
          <a:p>
            <a:r>
              <a:rPr sz="2800"/>
              <a:t>Unit 2  Last weekend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6281927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/>
              <a:t>Lesson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55648"/>
            <a:ext cx="6281927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/>
              <a:t>1. Listen and repeat.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139696"/>
            <a:ext cx="3048000" cy="1524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3800856"/>
            <a:ext cx="6281927" cy="2633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/>
              <a:t>ed   /t/</a:t>
            </a:r>
          </a:p>
          <a:p>
            <a:r>
              <a:rPr sz="1400" b="0"/>
              <a:t>watched   cooked   jumped</a:t>
            </a:r>
          </a:p>
          <a:p>
            <a:r>
              <a:rPr sz="1400" b="1"/>
              <a:t>2. Listen and circle.</a:t>
            </a:r>
          </a:p>
          <a:p>
            <a:r>
              <a:rPr sz="1400" b="0"/>
              <a:t>a. played / plays   b. went / go   c. watched / watch</a:t>
            </a:r>
          </a:p>
          <a:p>
            <a:r>
              <a:rPr sz="1400" b="1"/>
              <a:t>3. Let's chant.</a:t>
            </a:r>
          </a:p>
          <a:p>
            <a:r>
              <a:rPr sz="1400" b="0"/>
              <a:t>Watched, watched, I watched TV.</a:t>
            </a:r>
          </a:p>
          <a:p>
            <a:r>
              <a:rPr sz="1400" b="0"/>
              <a:t>Cooked, cooked, I cooked for you.</a:t>
            </a:r>
          </a:p>
          <a:p>
            <a:r>
              <a:rPr sz="1400" b="0"/>
              <a:t>Played, played, I played all day.</a:t>
            </a:r>
          </a:p>
          <a:p>
            <a:r>
              <a:rPr sz="1400" b="0"/>
              <a:t>Jumped, jumped, I jumped up and down.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365760"/>
            <a:ext cx="6281927" cy="822960"/>
          </a:xfrm>
        </p:spPr>
        <p:txBody>
          <a:bodyPr/>
          <a:lstStyle/>
          <a:p>
            <a:r>
              <a:rPr sz="2800"/>
              <a:t>Unit 2  Last weekend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6281927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/>
              <a:t>4. Read and match.</a:t>
            </a:r>
          </a:p>
          <a:p>
            <a:r>
              <a:rPr sz="1400" b="0"/>
              <a:t>a. What did you do?                                           Yes, I did.</a:t>
            </a:r>
          </a:p>
          <a:p>
            <a:r>
              <a:rPr sz="1400" b="0"/>
              <a:t>b. Did you go to the zoo?                                   I went to the market.</a:t>
            </a:r>
          </a:p>
          <a:p>
            <a:r>
              <a:rPr sz="1400" b="0"/>
              <a:t>c. Where did you go?                                         I cleaned my room.</a:t>
            </a:r>
          </a:p>
          <a:p>
            <a:r>
              <a:rPr sz="1400" b="1"/>
              <a:t>5. Let's write.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926080"/>
            <a:ext cx="3048000" cy="1524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4587240"/>
            <a:ext cx="6281927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/>
              <a:t>Last weekend, I _____.</a:t>
            </a:r>
          </a:p>
          <a:p>
            <a:r>
              <a:rPr sz="1400" b="0"/>
              <a:t>I did not _____.</a:t>
            </a:r>
          </a:p>
          <a:p>
            <a:r>
              <a:rPr sz="1400" b="0"/>
              <a:t>My friend _____.</a:t>
            </a:r>
          </a:p>
          <a:p>
            <a:r>
              <a:rPr sz="1400" b="1"/>
              <a:t>6. Project.</a:t>
            </a:r>
          </a:p>
          <a:p>
            <a:r>
              <a:rPr sz="1400" b="0"/>
              <a:t>Make a weekend poster. Draw three pictures and write a sentence for each.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Unit 2 Last weekend (classdeck-sample)</dc:title>
  <dc:subject>Grade 5 English, classdeck-sample</dc:subject>
  <dc:creator>ClassDeck public fixtures</dc:creator>
  <cp:keywords/>
  <dc:description>generated using python-pptx</dc:description>
  <cp:lastModifiedBy>ClassDeck public fixtures</cp:lastModifiedBy>
  <cp:revision>1</cp:revision>
  <dcterms:created xsi:type="dcterms:W3CDTF">2026-01-01T00:00:00Z</dcterms:created>
  <dcterms:modified xsi:type="dcterms:W3CDTF">2026-01-01T00:00:00Z</dcterms:modified>
  <cp:category/>
</cp:coreProperties>
</file>